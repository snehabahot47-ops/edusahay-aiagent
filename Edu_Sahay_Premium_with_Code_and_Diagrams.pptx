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740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22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5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69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5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8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21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7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6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6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526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985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91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169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07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Edu Sahay – AI Agent for Personalized Learning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Capstone Project – Kaggle</a:t>
            </a:r>
          </a:p>
          <a:p>
            <a:r>
              <a:rPr dirty="0">
                <a:solidFill>
                  <a:srgbClr val="7030A0"/>
                </a:solidFill>
              </a:rPr>
              <a:t>By: Sneha </a:t>
            </a:r>
            <a:r>
              <a:rPr dirty="0" err="1">
                <a:solidFill>
                  <a:srgbClr val="7030A0"/>
                </a:solidFill>
              </a:rPr>
              <a:t>Bahot</a:t>
            </a:r>
            <a:endParaRPr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AI-powered assistant for personalized learning.</a:t>
            </a:r>
          </a:p>
          <a:p>
            <a:r>
              <a:rPr dirty="0">
                <a:solidFill>
                  <a:srgbClr val="7030A0"/>
                </a:solidFill>
              </a:rPr>
              <a:t>Identifies weak topics using quiz analytics.</a:t>
            </a:r>
          </a:p>
          <a:p>
            <a:r>
              <a:rPr dirty="0">
                <a:solidFill>
                  <a:srgbClr val="7030A0"/>
                </a:solidFill>
              </a:rPr>
              <a:t>Generates micro-learning study plans.</a:t>
            </a:r>
          </a:p>
          <a:p>
            <a:r>
              <a:rPr dirty="0">
                <a:solidFill>
                  <a:srgbClr val="7030A0"/>
                </a:solidFill>
              </a:rPr>
              <a:t>Improves learning efficiency and reduces stress.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Problem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Lack of personalized guidance.</a:t>
            </a:r>
          </a:p>
          <a:p>
            <a:r>
              <a:rPr dirty="0">
                <a:solidFill>
                  <a:srgbClr val="7030A0"/>
                </a:solidFill>
              </a:rPr>
              <a:t>Difficulty identifying weak topics.</a:t>
            </a:r>
          </a:p>
          <a:p>
            <a:r>
              <a:rPr dirty="0">
                <a:solidFill>
                  <a:srgbClr val="7030A0"/>
                </a:solidFill>
              </a:rPr>
              <a:t>One-size-fits-all teaching approach.</a:t>
            </a:r>
          </a:p>
          <a:p>
            <a:r>
              <a:rPr dirty="0">
                <a:solidFill>
                  <a:srgbClr val="7030A0"/>
                </a:solidFill>
              </a:rPr>
              <a:t>Limited access to tutors.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Analyzes student quiz performance.</a:t>
            </a:r>
          </a:p>
          <a:p>
            <a:r>
              <a:rPr dirty="0">
                <a:solidFill>
                  <a:srgbClr val="7030A0"/>
                </a:solidFill>
              </a:rPr>
              <a:t>Detects weak chapters/topics.</a:t>
            </a:r>
          </a:p>
          <a:p>
            <a:r>
              <a:rPr dirty="0">
                <a:solidFill>
                  <a:srgbClr val="7030A0"/>
                </a:solidFill>
              </a:rPr>
              <a:t>Generates personalized study plans.</a:t>
            </a:r>
          </a:p>
          <a:p>
            <a:r>
              <a:rPr dirty="0">
                <a:solidFill>
                  <a:srgbClr val="7030A0"/>
                </a:solidFill>
              </a:rPr>
              <a:t>Provides focused Q&amp;A support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Objectives &amp; MVP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Detect weak topics from quizzes.</a:t>
            </a:r>
          </a:p>
          <a:p>
            <a:r>
              <a:rPr dirty="0">
                <a:solidFill>
                  <a:srgbClr val="7030A0"/>
                </a:solidFill>
              </a:rPr>
              <a:t>Daily/weekly personalized study plans.</a:t>
            </a:r>
          </a:p>
          <a:p>
            <a:r>
              <a:rPr dirty="0">
                <a:solidFill>
                  <a:srgbClr val="7030A0"/>
                </a:solidFill>
              </a:rPr>
              <a:t>Q&amp;A assistance using NLP.</a:t>
            </a:r>
          </a:p>
          <a:p>
            <a:r>
              <a:rPr dirty="0">
                <a:solidFill>
                  <a:srgbClr val="7030A0"/>
                </a:solidFill>
              </a:rPr>
              <a:t>MVP: Quiz input → Weak-topic detection → Study planner →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Dataset: Quiz responses + topic labels (synthetic for demo).</a:t>
            </a:r>
          </a:p>
          <a:p>
            <a:r>
              <a:rPr dirty="0">
                <a:solidFill>
                  <a:srgbClr val="7030A0"/>
                </a:solidFill>
              </a:rPr>
              <a:t>Features: </a:t>
            </a:r>
            <a:r>
              <a:rPr dirty="0" err="1">
                <a:solidFill>
                  <a:srgbClr val="7030A0"/>
                </a:solidFill>
              </a:rPr>
              <a:t>question_id</a:t>
            </a:r>
            <a:r>
              <a:rPr dirty="0">
                <a:solidFill>
                  <a:srgbClr val="7030A0"/>
                </a:solidFill>
              </a:rPr>
              <a:t>, correctness, topic, marks.</a:t>
            </a:r>
          </a:p>
          <a:p>
            <a:r>
              <a:rPr dirty="0">
                <a:solidFill>
                  <a:srgbClr val="7030A0"/>
                </a:solidFill>
              </a:rPr>
              <a:t>Preprocessing: Topic normalization, accuracy scoring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EDA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Weak-topic distribution analysis.</a:t>
            </a:r>
          </a:p>
          <a:p>
            <a:r>
              <a:rPr dirty="0">
                <a:solidFill>
                  <a:srgbClr val="7030A0"/>
                </a:solidFill>
              </a:rPr>
              <a:t>Student performance histogram.</a:t>
            </a:r>
          </a:p>
          <a:p>
            <a:r>
              <a:rPr dirty="0">
                <a:solidFill>
                  <a:srgbClr val="7030A0"/>
                </a:solidFill>
              </a:rPr>
              <a:t>Topic frequency insights.</a:t>
            </a:r>
          </a:p>
          <a:p>
            <a:r>
              <a:rPr dirty="0">
                <a:solidFill>
                  <a:srgbClr val="7030A0"/>
                </a:solidFill>
              </a:rPr>
              <a:t>Helps tune difficulty-based study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User Interface (Web/Chat).</a:t>
            </a:r>
          </a:p>
          <a:p>
            <a:r>
              <a:rPr dirty="0">
                <a:solidFill>
                  <a:srgbClr val="7030A0"/>
                </a:solidFill>
              </a:rPr>
              <a:t>Quiz Ingestion &amp; Preprocessing.</a:t>
            </a:r>
          </a:p>
          <a:p>
            <a:r>
              <a:rPr dirty="0">
                <a:solidFill>
                  <a:srgbClr val="7030A0"/>
                </a:solidFill>
              </a:rPr>
              <a:t>Weakness Detector (Rule-based + ML).</a:t>
            </a:r>
          </a:p>
          <a:p>
            <a:r>
              <a:rPr dirty="0">
                <a:solidFill>
                  <a:srgbClr val="7030A0"/>
                </a:solidFill>
              </a:rPr>
              <a:t>Planner &amp; Recommendation Engine.</a:t>
            </a:r>
          </a:p>
          <a:p>
            <a:r>
              <a:rPr dirty="0">
                <a:solidFill>
                  <a:srgbClr val="7030A0"/>
                </a:solidFill>
              </a:rPr>
              <a:t>QA Engine using Embeddings.</a:t>
            </a:r>
          </a:p>
          <a:p>
            <a:r>
              <a:rPr dirty="0">
                <a:solidFill>
                  <a:srgbClr val="7030A0"/>
                </a:solidFill>
              </a:rPr>
              <a:t>Database +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Models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Topic Classification: rule-based + ML heuristics.</a:t>
            </a:r>
          </a:p>
          <a:p>
            <a:r>
              <a:rPr dirty="0">
                <a:solidFill>
                  <a:srgbClr val="7030A0"/>
                </a:solidFill>
              </a:rPr>
              <a:t>QA Engine: Sentence-transformer-based retrieval.</a:t>
            </a:r>
          </a:p>
          <a:p>
            <a:r>
              <a:rPr dirty="0">
                <a:solidFill>
                  <a:srgbClr val="7030A0"/>
                </a:solidFill>
              </a:rPr>
              <a:t>Planner: priority ranking + spaced repetition logic.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Weak-topic detection accuracy: ~82% (synthetic evaluation).</a:t>
            </a:r>
          </a:p>
          <a:p>
            <a:r>
              <a:rPr dirty="0">
                <a:solidFill>
                  <a:srgbClr val="7030A0"/>
                </a:solidFill>
              </a:rPr>
              <a:t>QA relevance score: ~78% (manual evaluation).</a:t>
            </a:r>
          </a:p>
          <a:p>
            <a:r>
              <a:rPr dirty="0">
                <a:solidFill>
                  <a:srgbClr val="7030A0"/>
                </a:solidFill>
              </a:rPr>
              <a:t>Study plan time reduction: ~40%.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API Contract (Brief)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POST /users/register</a:t>
            </a:r>
          </a:p>
          <a:p>
            <a:r>
              <a:rPr dirty="0">
                <a:solidFill>
                  <a:srgbClr val="7030A0"/>
                </a:solidFill>
              </a:rPr>
              <a:t>POST /reports/</a:t>
            </a:r>
            <a:r>
              <a:rPr dirty="0" err="1">
                <a:solidFill>
                  <a:srgbClr val="7030A0"/>
                </a:solidFill>
              </a:rPr>
              <a:t>submit_quiz</a:t>
            </a:r>
            <a:endParaRPr dirty="0">
              <a:solidFill>
                <a:srgbClr val="7030A0"/>
              </a:solidFill>
            </a:endParaRPr>
          </a:p>
          <a:p>
            <a:r>
              <a:rPr dirty="0">
                <a:solidFill>
                  <a:srgbClr val="7030A0"/>
                </a:solidFill>
              </a:rPr>
              <a:t>POST /</a:t>
            </a:r>
            <a:r>
              <a:rPr dirty="0" err="1">
                <a:solidFill>
                  <a:srgbClr val="7030A0"/>
                </a:solidFill>
              </a:rPr>
              <a:t>qa</a:t>
            </a:r>
            <a:r>
              <a:rPr dirty="0">
                <a:solidFill>
                  <a:srgbClr val="7030A0"/>
                </a:solidFill>
              </a:rPr>
              <a:t>/ask</a:t>
            </a:r>
          </a:p>
          <a:p>
            <a:r>
              <a:rPr dirty="0">
                <a:solidFill>
                  <a:srgbClr val="7030A0"/>
                </a:solidFill>
              </a:rPr>
              <a:t>POST /planner/feedback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7030A0"/>
                </a:solidFill>
              </a:rPr>
              <a:t>Edu Sahay delivers personalized AI-driven learning support.</a:t>
            </a:r>
          </a:p>
          <a:p>
            <a:r>
              <a:rPr dirty="0">
                <a:solidFill>
                  <a:srgbClr val="7030A0"/>
                </a:solidFill>
              </a:rPr>
              <a:t>Improves student confidence and academic performance.</a:t>
            </a:r>
          </a:p>
          <a:p>
            <a:r>
              <a:rPr dirty="0">
                <a:solidFill>
                  <a:srgbClr val="7030A0"/>
                </a:solidFill>
              </a:rPr>
              <a:t>Future: Multilingual support, voice input, teacher analytics, mobile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02" y="1929580"/>
            <a:ext cx="7131990" cy="29988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da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37721"/>
            <a:ext cx="7315200" cy="36085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80523" y="876330"/>
            <a:ext cx="6799262" cy="1303337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Code Samples (Key Functions)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767" y="2297356"/>
            <a:ext cx="37182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rPr dirty="0"/>
              <a:t># Weak-topic detection (pseudo-code)</a:t>
            </a:r>
            <a:br>
              <a:rPr dirty="0"/>
            </a:br>
            <a:r>
              <a:rPr dirty="0"/>
              <a:t>def detect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weak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topics(answers):</a:t>
            </a:r>
            <a:br>
              <a:rPr dirty="0"/>
            </a:br>
            <a:r>
              <a:rPr dirty="0"/>
              <a:t>    # answers: list of {question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id, correct(bool), topic, marks}</a:t>
            </a:r>
            <a:br>
              <a:rPr dirty="0"/>
            </a:br>
            <a:r>
              <a:rPr dirty="0"/>
              <a:t>    topic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scores = {}</a:t>
            </a:r>
            <a:br>
              <a:rPr dirty="0"/>
            </a:br>
            <a:r>
              <a:rPr dirty="0"/>
              <a:t>    for a in answers:</a:t>
            </a:r>
            <a:br>
              <a:rPr dirty="0"/>
            </a:br>
            <a:r>
              <a:rPr dirty="0"/>
              <a:t>        topic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scores</a:t>
            </a:r>
            <a:r>
              <a:rPr lang="en-IN" dirty="0"/>
              <a:t>. S</a:t>
            </a:r>
            <a:r>
              <a:rPr dirty="0"/>
              <a:t>et</a:t>
            </a:r>
            <a:r>
              <a:rPr lang="en-IN" dirty="0"/>
              <a:t> </a:t>
            </a:r>
            <a:r>
              <a:rPr dirty="0"/>
              <a:t>default(a['topic'], []).append(a['marks'])</a:t>
            </a:r>
            <a:br>
              <a:rPr dirty="0"/>
            </a:br>
            <a:r>
              <a:rPr dirty="0"/>
              <a:t>    avg = {t: sum(v)/</a:t>
            </a:r>
            <a:r>
              <a:rPr dirty="0" err="1"/>
              <a:t>len</a:t>
            </a:r>
            <a:r>
              <a:rPr dirty="0"/>
              <a:t>(v) for t,</a:t>
            </a:r>
            <a:r>
              <a:rPr lang="en-IN" dirty="0"/>
              <a:t> </a:t>
            </a:r>
            <a:r>
              <a:rPr dirty="0"/>
              <a:t>v in topic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scores.</a:t>
            </a:r>
            <a:r>
              <a:rPr lang="en-IN" dirty="0"/>
              <a:t> </a:t>
            </a:r>
            <a:r>
              <a:rPr dirty="0"/>
              <a:t>items()}</a:t>
            </a:r>
            <a:br>
              <a:rPr dirty="0"/>
            </a:br>
            <a:r>
              <a:rPr dirty="0"/>
              <a:t>    weak = sorted(avg.</a:t>
            </a:r>
            <a:r>
              <a:rPr lang="en-IN" dirty="0"/>
              <a:t> </a:t>
            </a:r>
            <a:r>
              <a:rPr dirty="0"/>
              <a:t>items(), key=lambda x: x[1])[:5]</a:t>
            </a:r>
            <a:br>
              <a:rPr dirty="0"/>
            </a:br>
            <a:r>
              <a:rPr dirty="0"/>
              <a:t>    return weak</a:t>
            </a:r>
            <a:br>
              <a:rPr dirty="0"/>
            </a:b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73677" y="2385388"/>
            <a:ext cx="421312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rPr dirty="0"/>
              <a:t># Planner: create daily micro-plan</a:t>
            </a:r>
            <a:br>
              <a:rPr dirty="0"/>
            </a:br>
            <a:r>
              <a:rPr dirty="0"/>
              <a:t>def generate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plan(user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id, weak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topics, duration</a:t>
            </a:r>
            <a:r>
              <a:rPr lang="en-IN" dirty="0"/>
              <a:t> </a:t>
            </a:r>
            <a:r>
              <a:rPr dirty="0"/>
              <a:t>_days=7):</a:t>
            </a:r>
            <a:br>
              <a:rPr dirty="0"/>
            </a:br>
            <a:r>
              <a:rPr dirty="0"/>
              <a:t>    plan = []</a:t>
            </a:r>
            <a:br>
              <a:rPr dirty="0"/>
            </a:br>
            <a:r>
              <a:rPr dirty="0"/>
              <a:t>    for d in range(duration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days):</a:t>
            </a:r>
            <a:br>
              <a:rPr dirty="0"/>
            </a:br>
            <a:r>
              <a:rPr dirty="0"/>
              <a:t>        day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topics = select_</a:t>
            </a:r>
            <a:r>
              <a:rPr lang="en-IN" dirty="0"/>
              <a:t> </a:t>
            </a:r>
            <a:r>
              <a:rPr dirty="0"/>
              <a:t>topics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for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day(weak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topics, d, duration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days)</a:t>
            </a:r>
            <a:br>
              <a:rPr dirty="0"/>
            </a:br>
            <a:r>
              <a:rPr dirty="0"/>
              <a:t>        plan.</a:t>
            </a:r>
            <a:r>
              <a:rPr lang="en-IN" dirty="0"/>
              <a:t> </a:t>
            </a:r>
            <a:r>
              <a:rPr dirty="0"/>
              <a:t>append({'day': d+1, 'topics': day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topics})</a:t>
            </a:r>
            <a:br>
              <a:rPr dirty="0"/>
            </a:br>
            <a:r>
              <a:rPr dirty="0"/>
              <a:t>    return plan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72369" y="927408"/>
            <a:ext cx="6799262" cy="1303337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QA Retrieval Code Snippet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633" y="2230745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rPr dirty="0"/>
              <a:t># Simple QA retrieval (embedding-based)</a:t>
            </a:r>
            <a:br>
              <a:rPr dirty="0"/>
            </a:br>
            <a:r>
              <a:rPr dirty="0"/>
              <a:t>from sentence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transformers import Sentence</a:t>
            </a:r>
            <a:r>
              <a:rPr lang="en-IN" dirty="0"/>
              <a:t> </a:t>
            </a:r>
            <a:r>
              <a:rPr dirty="0"/>
              <a:t>Transformer, util</a:t>
            </a:r>
            <a:br>
              <a:rPr dirty="0"/>
            </a:br>
            <a:r>
              <a:rPr dirty="0"/>
              <a:t>model = Sentence</a:t>
            </a:r>
            <a:r>
              <a:rPr lang="en-IN" dirty="0"/>
              <a:t> </a:t>
            </a:r>
            <a:r>
              <a:rPr dirty="0"/>
              <a:t>Transformer('all-MiniLM-L6-v2')</a:t>
            </a:r>
            <a:br>
              <a:rPr dirty="0"/>
            </a:br>
            <a:r>
              <a:rPr dirty="0"/>
              <a:t>def answer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question(question, docs):</a:t>
            </a:r>
            <a:br>
              <a:rPr dirty="0"/>
            </a:br>
            <a:r>
              <a:rPr dirty="0"/>
              <a:t>    q_</a:t>
            </a:r>
            <a:r>
              <a:rPr lang="en-IN" dirty="0"/>
              <a:t> </a:t>
            </a:r>
            <a:r>
              <a:rPr dirty="0" err="1"/>
              <a:t>emb</a:t>
            </a:r>
            <a:r>
              <a:rPr dirty="0"/>
              <a:t> = model.</a:t>
            </a:r>
            <a:r>
              <a:rPr lang="en-IN" dirty="0"/>
              <a:t> </a:t>
            </a:r>
            <a:r>
              <a:rPr dirty="0"/>
              <a:t>encode(question, convert</a:t>
            </a:r>
            <a:r>
              <a:rPr lang="en-IN" dirty="0"/>
              <a:t> </a:t>
            </a:r>
            <a:r>
              <a:rPr dirty="0"/>
              <a:t>_to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tensor=True)</a:t>
            </a:r>
            <a:br>
              <a:rPr dirty="0"/>
            </a:br>
            <a:r>
              <a:rPr dirty="0"/>
              <a:t>    doc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 err="1"/>
              <a:t>embs</a:t>
            </a:r>
            <a:r>
              <a:rPr dirty="0"/>
              <a:t> = model.</a:t>
            </a:r>
            <a:r>
              <a:rPr lang="en-IN" dirty="0"/>
              <a:t> </a:t>
            </a:r>
            <a:r>
              <a:rPr dirty="0"/>
              <a:t>encode(docs, </a:t>
            </a:r>
            <a:r>
              <a:rPr dirty="0" err="1"/>
              <a:t>conver</a:t>
            </a:r>
            <a:r>
              <a:rPr lang="en-IN" dirty="0"/>
              <a:t> </a:t>
            </a:r>
            <a:r>
              <a:rPr dirty="0"/>
              <a:t>t_</a:t>
            </a:r>
            <a:r>
              <a:rPr lang="en-IN" dirty="0"/>
              <a:t> </a:t>
            </a:r>
            <a:r>
              <a:rPr dirty="0"/>
              <a:t>to_</a:t>
            </a:r>
            <a:r>
              <a:rPr lang="en-IN" dirty="0"/>
              <a:t> </a:t>
            </a:r>
            <a:r>
              <a:rPr dirty="0"/>
              <a:t>tensor=True)</a:t>
            </a:r>
            <a:br>
              <a:rPr dirty="0"/>
            </a:br>
            <a:r>
              <a:rPr dirty="0"/>
              <a:t>    hits = util.</a:t>
            </a:r>
            <a:r>
              <a:rPr lang="en-IN" dirty="0"/>
              <a:t> </a:t>
            </a:r>
            <a:r>
              <a:rPr dirty="0"/>
              <a:t>semantic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search(q_</a:t>
            </a:r>
            <a:r>
              <a:rPr lang="en-IN" dirty="0"/>
              <a:t> </a:t>
            </a:r>
            <a:r>
              <a:rPr dirty="0" err="1"/>
              <a:t>emb</a:t>
            </a:r>
            <a:r>
              <a:rPr dirty="0"/>
              <a:t>, doc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 err="1"/>
              <a:t>embs</a:t>
            </a:r>
            <a:r>
              <a:rPr dirty="0"/>
              <a:t>, top</a:t>
            </a:r>
            <a:r>
              <a:rPr lang="en-IN" dirty="0"/>
              <a:t> </a:t>
            </a:r>
            <a:r>
              <a:rPr dirty="0"/>
              <a:t>_</a:t>
            </a:r>
            <a:r>
              <a:rPr lang="en-IN" dirty="0"/>
              <a:t> </a:t>
            </a:r>
            <a:r>
              <a:rPr dirty="0"/>
              <a:t>k=3)</a:t>
            </a:r>
            <a:br>
              <a:rPr dirty="0"/>
            </a:br>
            <a:r>
              <a:rPr dirty="0"/>
              <a:t>    return hits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Sample API Request /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1200">
                <a:latin typeface="Courier New"/>
              </a:defRPr>
            </a:pPr>
            <a:r>
              <a:t>POST /reports/submit_quiz</a:t>
            </a:r>
            <a:br/>
            <a:r>
              <a:t>Request:</a:t>
            </a:r>
            <a:br/>
            <a:r>
              <a:t>{</a:t>
            </a:r>
            <a:br/>
            <a:r>
              <a:t>  "user_id":"u_12345",</a:t>
            </a:r>
            <a:br/>
            <a:r>
              <a:t>  "quiz_id":"q_001",</a:t>
            </a:r>
            <a:br/>
            <a:r>
              <a:t>  "subject":"Math",</a:t>
            </a:r>
            <a:br/>
            <a:r>
              <a:t>  "answers":[</a:t>
            </a:r>
            <a:br/>
            <a:r>
              <a:t>    {"question_id":"q1","correct":false,"topic":"Algebra","marks":0},</a:t>
            </a:r>
            <a:br/>
            <a:r>
              <a:t>    {"question_id":"q2","correct":true,"topic":"Geometry","marks":1}</a:t>
            </a:r>
            <a:br/>
            <a:r>
              <a:t>  ],</a:t>
            </a:r>
            <a:br/>
            <a:r>
              <a:t>  "total_marks":10</a:t>
            </a:r>
            <a:br/>
            <a:r>
              <a:t>}</a:t>
            </a:r>
            <a:br/>
            <a:br/>
            <a:r>
              <a:t>Response (200 OK):</a:t>
            </a:r>
            <a:br/>
            <a:r>
              <a:t>{</a:t>
            </a:r>
            <a:br/>
            <a:r>
              <a:t>  "report_id":"r_67890",</a:t>
            </a:r>
            <a:br/>
            <a:r>
              <a:t>  "weak_topics":[{"topic":"Algebra","score":22}],</a:t>
            </a:r>
            <a:br/>
            <a:r>
              <a:t>  "suggested_plan_id":"plan_111"</a:t>
            </a:r>
            <a:br/>
            <a:r>
              <a:t>}</a:t>
            </a:r>
            <a:br/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</TotalTime>
  <Words>818</Words>
  <Application>Microsoft Office PowerPoint</Application>
  <PresentationFormat>On-screen Show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Garamond</vt:lpstr>
      <vt:lpstr>Organic</vt:lpstr>
      <vt:lpstr>Edu Sahay – AI Agent for Personalized Learning Support</vt:lpstr>
      <vt:lpstr>Introduction</vt:lpstr>
      <vt:lpstr>Problem Summary</vt:lpstr>
      <vt:lpstr>Proposed Solution</vt:lpstr>
      <vt:lpstr>Objectives &amp; MVP Scope</vt:lpstr>
      <vt:lpstr>Dataset Overview</vt:lpstr>
      <vt:lpstr>EDA Summary</vt:lpstr>
      <vt:lpstr>System Architecture</vt:lpstr>
      <vt:lpstr>Models &amp; Techniques</vt:lpstr>
      <vt:lpstr>Results &amp; Evaluation</vt:lpstr>
      <vt:lpstr>API Contract (Brief)</vt:lpstr>
      <vt:lpstr>Conclusion &amp; Future Work</vt:lpstr>
      <vt:lpstr>PowerPoint Presentation</vt:lpstr>
      <vt:lpstr>PowerPoint Presentation</vt:lpstr>
      <vt:lpstr>Code Samples (Key Functions)</vt:lpstr>
      <vt:lpstr>QA Retrieval Code Snippet</vt:lpstr>
      <vt:lpstr>Sample API Request / Response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chetanbahot1996@outlook.com</cp:lastModifiedBy>
  <cp:revision>2</cp:revision>
  <dcterms:created xsi:type="dcterms:W3CDTF">2013-01-27T09:14:16Z</dcterms:created>
  <dcterms:modified xsi:type="dcterms:W3CDTF">2025-11-16T16:33:05Z</dcterms:modified>
  <cp:category/>
</cp:coreProperties>
</file>